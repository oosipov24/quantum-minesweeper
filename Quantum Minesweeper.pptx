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02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9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06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67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1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581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97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8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05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84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2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2654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187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738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97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59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16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25CEA94-201A-4D90-A21A-4F4B789FAB36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7FF2172-E05C-4AD6-B757-612EE0F43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118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A048-DB79-E519-1B38-292E846E3C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Quantum Minesweeper: Safe Routes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83BF3-297E-97D0-3D8A-30A6D50C3C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/>
              <a:t>Oļģerts Osipovs</a:t>
            </a:r>
            <a:endParaRPr lang="en-GB" dirty="0"/>
          </a:p>
        </p:txBody>
      </p:sp>
      <p:pic>
        <p:nvPicPr>
          <p:cNvPr id="1027" name="Picture 3" descr="MinePop: Quantum Runner - Apps on Google Play">
            <a:extLst>
              <a:ext uri="{FF2B5EF4-FFF2-40B4-BE49-F238E27FC236}">
                <a16:creationId xmlns:a16="http://schemas.microsoft.com/office/drawing/2014/main" id="{4BAB8CEF-6ECA-8F19-5936-5004D896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6" y="3980890"/>
            <a:ext cx="3935506" cy="2213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50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2BE4-F088-5B52-0053-7F03565C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Idea</a:t>
            </a:r>
            <a:r>
              <a:rPr lang="lv-LV" dirty="0"/>
              <a:t>/Gameplay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83C5-AA03-3C46-1E83-C0EA4B57B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lv-LV" dirty="0"/>
              <a:t>Main idea:</a:t>
            </a:r>
          </a:p>
          <a:p>
            <a:r>
              <a:rPr lang="en-GB" dirty="0"/>
              <a:t>Decision-making under uncertainty</a:t>
            </a:r>
          </a:p>
          <a:p>
            <a:r>
              <a:rPr lang="en-GB" dirty="0"/>
              <a:t>Evacuation scenario</a:t>
            </a:r>
          </a:p>
          <a:p>
            <a:r>
              <a:rPr lang="en-GB" dirty="0"/>
              <a:t>Limited information</a:t>
            </a:r>
            <a:endParaRPr lang="lv-LV" dirty="0"/>
          </a:p>
          <a:p>
            <a:pPr marL="36900" indent="0">
              <a:buNone/>
            </a:pPr>
            <a:endParaRPr lang="lv-LV" dirty="0"/>
          </a:p>
          <a:p>
            <a:pPr marL="36900" indent="0">
              <a:buNone/>
            </a:pPr>
            <a:r>
              <a:rPr lang="lv-LV" dirty="0"/>
              <a:t>Gameplay:</a:t>
            </a:r>
            <a:endParaRPr lang="en-GB" dirty="0"/>
          </a:p>
          <a:p>
            <a:r>
              <a:rPr lang="en-GB" dirty="0"/>
              <a:t>Start → Exit</a:t>
            </a:r>
          </a:p>
          <a:p>
            <a:r>
              <a:rPr lang="en-GB" dirty="0"/>
              <a:t>SCAN vs STEP</a:t>
            </a:r>
          </a:p>
          <a:p>
            <a:r>
              <a:rPr lang="en-GB" dirty="0"/>
              <a:t>Resources: </a:t>
            </a:r>
            <a:r>
              <a:rPr lang="lv-LV" dirty="0"/>
              <a:t>Public </a:t>
            </a:r>
            <a:r>
              <a:rPr lang="en-GB" dirty="0"/>
              <a:t>Trust, Scans, </a:t>
            </a:r>
            <a:r>
              <a:rPr lang="lv-LV" dirty="0"/>
              <a:t>Civilian </a:t>
            </a:r>
            <a:r>
              <a:rPr lang="en-GB" dirty="0"/>
              <a:t>Casualties</a:t>
            </a:r>
          </a:p>
          <a:p>
            <a:pPr marL="369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3C924-5E5A-696B-8D84-BAA34EFA4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328" y="2925648"/>
            <a:ext cx="3140213" cy="3017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5A0FC3-E503-9DEF-487C-1A8E1087A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286" y="2476237"/>
            <a:ext cx="5192809" cy="35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12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DC41-CD86-D478-C689-10C2441A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Quantum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80F1B-74F7-FFA6-9F31-DF2B46998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Probability instead of fixed state</a:t>
            </a:r>
          </a:p>
          <a:p>
            <a:r>
              <a:rPr lang="en-GB" dirty="0"/>
              <a:t>Collapse on interaction</a:t>
            </a:r>
          </a:p>
          <a:p>
            <a:r>
              <a:rPr lang="en-GB" dirty="0"/>
              <a:t>System changes when observed</a:t>
            </a:r>
            <a:r>
              <a:rPr lang="lv-LV" dirty="0"/>
              <a:t>	</a:t>
            </a:r>
            <a:endParaRPr lang="en-GB" dirty="0"/>
          </a:p>
          <a:p>
            <a:pPr marL="36900" indent="0">
              <a:buNone/>
            </a:pPr>
            <a:endParaRPr lang="lv-LV" dirty="0"/>
          </a:p>
          <a:p>
            <a:pPr marL="369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51E6D-529A-68AA-7FA0-52349A765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27" y="3800920"/>
            <a:ext cx="3372321" cy="2353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EBD7B-A9FE-B4C7-1E2C-F93ACBE35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34" y="3761824"/>
            <a:ext cx="184810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3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A677-2C1D-2BAB-2385-5F2988DC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v-LV" dirty="0"/>
              <a:t>Social Good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15678-2C89-5D66-7A64-779E493DB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Evacuation context</a:t>
            </a:r>
          </a:p>
          <a:p>
            <a:r>
              <a:rPr lang="en-GB" dirty="0"/>
              <a:t>Public Trust</a:t>
            </a:r>
          </a:p>
          <a:p>
            <a:r>
              <a:rPr lang="en-GB" dirty="0"/>
              <a:t>Civilian casualties</a:t>
            </a:r>
          </a:p>
          <a:p>
            <a:r>
              <a:rPr lang="en-GB" dirty="0"/>
              <a:t>Cost of information</a:t>
            </a:r>
          </a:p>
          <a:p>
            <a:pPr marL="369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F1A77-9699-92DC-4B0A-A0D0DA57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936" y="1882589"/>
            <a:ext cx="6664535" cy="444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46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3920E-56FA-68CB-F026-D864C627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Entanglement &amp; Interference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3BE2-D86D-081C-CA54-266D21C4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Q-pairs </a:t>
            </a:r>
          </a:p>
          <a:p>
            <a:r>
              <a:rPr lang="en-GB" dirty="0"/>
              <a:t>Linked outcomes </a:t>
            </a:r>
          </a:p>
          <a:p>
            <a:r>
              <a:rPr lang="en-GB" dirty="0"/>
              <a:t>Probability shifts </a:t>
            </a:r>
          </a:p>
          <a:p>
            <a:pPr marL="369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86638-3D24-B94E-4BFC-B8A299CDB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76" y="1732449"/>
            <a:ext cx="453453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5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385B-1B2D-1712-3402-9A3DE9B4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Gameplay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DDDD-0FAF-035B-E9FB-B890BCEB9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Don’t scan everything </a:t>
            </a:r>
          </a:p>
          <a:p>
            <a:r>
              <a:rPr lang="en-GB" dirty="0"/>
              <a:t>Balance risk and knowledge </a:t>
            </a:r>
          </a:p>
          <a:p>
            <a:r>
              <a:rPr lang="en-GB" dirty="0"/>
              <a:t>Plan ahead </a:t>
            </a:r>
          </a:p>
          <a:p>
            <a:pPr marL="369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97DF5-ECBB-264A-9848-3163F2C24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66" y="2111281"/>
            <a:ext cx="3309504" cy="35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3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CF34-BE45-64CE-EC77-BE8B374B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97D88-B16D-DEA9-F5F7-D357952AA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ctr">
              <a:buNone/>
            </a:pPr>
            <a:endParaRPr lang="lv-LV" sz="4400" dirty="0"/>
          </a:p>
          <a:p>
            <a:pPr marL="36900" indent="0" algn="ctr">
              <a:buNone/>
            </a:pPr>
            <a:endParaRPr lang="lv-LV" sz="4400" dirty="0"/>
          </a:p>
          <a:p>
            <a:pPr marL="36900" indent="0" algn="ctr">
              <a:buNone/>
            </a:pPr>
            <a:r>
              <a:rPr lang="lv-LV" sz="4400" dirty="0"/>
              <a:t>LET’S TRY IT OUT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3212364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45</TotalTime>
  <Words>86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Wingdings 2</vt:lpstr>
      <vt:lpstr>Slate</vt:lpstr>
      <vt:lpstr>Quantum Minesweeper: Safe Routes</vt:lpstr>
      <vt:lpstr>Idea/Gameplay</vt:lpstr>
      <vt:lpstr>Quantum Concept</vt:lpstr>
      <vt:lpstr>Social Good</vt:lpstr>
      <vt:lpstr>Entanglement &amp; Interference</vt:lpstr>
      <vt:lpstr>Gameplay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Olgert Osipov</dc:creator>
  <cp:lastModifiedBy>Olgert Osipov</cp:lastModifiedBy>
  <cp:revision>2</cp:revision>
  <dcterms:created xsi:type="dcterms:W3CDTF">2026-04-28T11:34:05Z</dcterms:created>
  <dcterms:modified xsi:type="dcterms:W3CDTF">2026-04-28T12:19:27Z</dcterms:modified>
</cp:coreProperties>
</file>